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SportsPulse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Match Statistics &amp; Analytics API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COMP3011 Web Services and Web Data  |  Coursework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Leeds  |  2025-2026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7A58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47472" cy="347472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Motivation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536192"/>
            <a:ext cx="347472" cy="347472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361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Choices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1975104"/>
            <a:ext cx="347472" cy="347472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97510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Architecture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2414016"/>
            <a:ext cx="347472" cy="347472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14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41401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&amp; Features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2852928"/>
            <a:ext cx="347472" cy="347472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8529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3291840"/>
            <a:ext cx="347472" cy="347472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2918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 Assurance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3730752"/>
            <a:ext cx="347472" cy="347472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7307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Live Demo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1520" y="4169664"/>
            <a:ext cx="347472" cy="347472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169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16966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Lessons Learned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SportsPulse is a RESTful API for managing and analysing football match data.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supports full CRUD on 4 resources, 5 analytics endpoints, token authentication,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interactive API documentation.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192024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210312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2103120"/>
            <a:ext cx="1920240" cy="54864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8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9748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10312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2103120"/>
            <a:ext cx="192024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79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4632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95160" y="210312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95160" y="2103120"/>
            <a:ext cx="192024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99516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Views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by: </a:t>
            </a:r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performance and match statistics API (brief example idea)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73152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language; rich web dev ecosystem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31720"/>
            <a:ext cx="73152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23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5.x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6-7; ORM, admin, security built-in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566160"/>
            <a:ext cx="73152" cy="100584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023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Serialisation, ViewSets, browsable API, token auth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73152" cy="100584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SQL-compliant (as per brief); zero config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31720"/>
            <a:ext cx="73152" cy="1005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423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drf-spectacular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83480" y="2788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OpenAPI 3.0 + Swagger UI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66160"/>
            <a:ext cx="73152" cy="10058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83480" y="4023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(REST constraint #2, Lecture 3)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3931920" cy="411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name, short_name, country,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founded_year, stadium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entity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name, position, nationality,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jersey_number, date_of_birth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204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Team (many-to-one)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926080"/>
            <a:ext cx="3931920" cy="411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429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home_team, away_team, date,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season, score, status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FK → Team (home/away)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3931920" cy="411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PlayerMatchStatistic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3429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goals, assists, cards,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minutes, shots, tackles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Player + FK → Match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Endpoints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3840480"/>
        </p:xfrm>
        <a:graphic>
          <a:graphicData uri="http://schemas.openxmlformats.org/drawingml/2006/table">
            <a:tbl>
              <a:tblPr/>
              <a:tblGrid>
                <a:gridCol w="1371600"/>
                <a:gridCol w="420624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/api/teams/  /api/teams/{id}/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/api/teams/{id}/players/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POST 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DELETE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/api/players/  /api/players/{id}/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POST 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DELETE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/api/matches/  /api/matches/{id}/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POST 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DELETE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/api/statistics/  /api/statistics/{id}/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POST 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DELETE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/api/auth/register/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/api/auth/login/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/api/analytics/leaderboard/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/api/analytics/team-performance/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/api/analytics/head-to-head/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/api/analytics/season-summary/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/api/analytics/player-profile/{id}/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&amp; Security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Auth Flow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1. POST /api/auth/register/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 → returns token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31343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2. Include token in header: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 Authorization: Token abc123...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02666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3. GET endpoints = public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 POST/PUT/PATCH/DELETE = auth required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73989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4. Stateless: each request carries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 all needed information (REST #2)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645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100/hr anon, 500/hr auth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1762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4048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serialiser level checks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7066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9352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middleware enabled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2369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4655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auth system (PBKDF2)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767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9959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HTTP codes (400/401/404)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Quality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79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105156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0" y="1051560"/>
            <a:ext cx="64008" cy="1005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124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Tests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399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Constraints, __str__, properties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228600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286000"/>
            <a:ext cx="64008" cy="1005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359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Tests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633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invalid creds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352044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3520440"/>
            <a:ext cx="64008" cy="1005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3593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Tests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8679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tests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resources, full lifecycle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05156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051560"/>
            <a:ext cx="64008" cy="1005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124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Tests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1399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tests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params, validation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228600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286000"/>
            <a:ext cx="64008" cy="1005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359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Tests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2633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tests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endpoints, payloads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352044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3520440"/>
            <a:ext cx="64008" cy="1005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3593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Tests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38679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200, 201, 204, 400, 401, 404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Control &amp; 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3931920" cy="411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(Git)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repository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commit history showing
incremental development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Commit categories: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feat: new endpoints/models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fix: bug fixes and validation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test: test suite additions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docs: README and documentation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deploy: PythonAnywhere config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3931920" cy="41148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PythonAnywhere Deployment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virtualenv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WSGI configuration pointing to Django app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DEBUG=False in production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SECRET_KEY via environment variable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files via collectstatic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Live at: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48F77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https://zijianni.pythonanywhere.com/api/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Documentation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73152" cy="155448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8F77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/api/docs/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endpoint explorer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try-it-out functionality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73152" cy="155448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8F77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/api/redoc/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readable reference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880360"/>
            <a:ext cx="73152" cy="155448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Schema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8F77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/api/schema/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657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(OpenAPI 3.0)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80360"/>
            <a:ext cx="73152" cy="155448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Documentation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8348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8F77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In repository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3657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endpoint guide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example requests/responses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 Usage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64008" cy="73152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10972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discussion, stack comparison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(Django vs FastAPI, auth strategies)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49440" y="1097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65960"/>
            <a:ext cx="64008" cy="73152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2011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generation for serialisers,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and seed data scripts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0" y="2011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880360"/>
            <a:ext cx="64008" cy="73152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926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29260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issues on PythonAnywhere,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query optimisation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2926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794760"/>
            <a:ext cx="64008" cy="73152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840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60320" y="3840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structuring, README drafting,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content planning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logs attached as supplementary material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286000"/>
            <a:ext cx="2743200" cy="36576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|  GitHub  |  Swagger UI  |  PythonAnywhere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7A58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SportsPulse API - COMP3011 Coursework 1</dc:title>
  <dc:subject>PptxGenJS Presentation</dc:subject>
  <dc:creator>COMP3011 Student</dc:creator>
  <cp:lastModifiedBy>COMP3011 Student</cp:lastModifiedBy>
  <cp:revision>1</cp:revision>
  <dcterms:created xsi:type="dcterms:W3CDTF">2026-03-12T17:25:47Z</dcterms:created>
  <dcterms:modified xsi:type="dcterms:W3CDTF">2026-03-12T17:25:47Z</dcterms:modified>
</cp:coreProperties>
</file>